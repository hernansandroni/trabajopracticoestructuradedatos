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58053-E8F2-429F-BF5D-F37197DE4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C05A1E-4B09-49CD-8C49-09F27294B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4A3BCE-1048-4884-905A-2A144B40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06AF8C-C268-4F63-AEED-38938E6A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75C599-73A9-4C0E-B960-E48076E3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121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F56BD-6CD5-4F0C-AAAE-D6598CFC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56E1F3-41BA-4364-B18E-C62349714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211CD1-9589-4B93-992E-0C02464E5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9ADC64-C440-46F4-B344-F4C6DF6B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475D77-F018-4835-B8F2-E883F753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299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C6374-6242-4769-99A4-624ED51CC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502B86-055B-4325-8702-5C159E887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477D48-D560-43FA-B934-63A74B71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07DB1A-BC5B-49BC-835C-24E7D181B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81E5B8-D91D-49FA-917A-5B8B5FFE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926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9CB64-C651-4354-A431-5A8B0AE65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C1AD42-6C16-41D4-AAB2-9F4949F86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569827-69C7-484B-85E9-CFE7AA472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DB9C2F-0BAC-4B32-AAB2-5F6AC8E2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ACA444-A9ED-4648-8A5A-14E33D046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D193F4-9D6F-4451-BE13-D452CB96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435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A16DD-28B6-41BF-89A9-B3CFB7B9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BD3B4E-AA1B-4B33-8B5B-5321A32B7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88D132-1587-4943-8514-4644C7A75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9A92E83-FD0C-4C00-8C06-DFB06356F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F8A47F-7F98-4047-886A-020C8C33C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4B58F3-E0D5-477E-B4EB-EC76B29B3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39D2AF2-84CB-4CCB-B5B7-71E56FAB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20735A5-0AB4-428F-98AA-772FFE95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5455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F7628-1608-4FDC-9FA0-09279D2B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71626E-8D24-4FF3-B743-C0DE2CBFC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C6CD7B-8644-474E-BB6F-72817D07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13B0A0-15F1-4D99-84F2-F7EACA0C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495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72B35F-31D1-418D-A250-5F856595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14C9CB9-1CEB-4AE3-9001-04C82276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D79A7E-34B6-4361-AAC7-C68D46FC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737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D1EE2-197D-4338-A1EF-7941D5A91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A787F2-5B57-4CC3-B2F0-F2C41618D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672E71-627A-4624-AA22-493309C9F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C5AFA7-58B2-4B90-8AC4-0D102C44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FBF842-874C-4105-A1BD-045F9616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8E4CAB-DD75-4751-B21B-3EAC8BDB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318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150B1-1B1A-4D8F-8EBF-03FA4B49A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075200-6CBC-4286-9384-18C5C847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E5FBA7-EDFC-473F-A7DE-991E09CFC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0A74ED-1AE9-4AF3-98C1-B8157DA1C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93B642-332C-49BD-8B19-CB448A97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9AB782-7845-414D-B88A-734B3AEC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34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9E904-B832-4D89-9476-52338248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D52397-004D-4B25-85C1-F08210B06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6DF708-A69A-4595-8BE8-94CB9F92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A61FC2-6BFC-419A-8078-503A242E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364DF6-F674-4D7D-BD00-13E50487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09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A595B4-1248-4876-BF95-AAB1EFFF3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6853BC-ADDE-47FE-AABE-E3E439D25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6DED13-0A07-41D0-A0BC-40AB5BE54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81FF14-1812-4999-8387-55B83CD9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DC6D83-B609-49A0-B7C3-9F63BD1C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588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F4DCD3-9A03-43A1-B42A-0492F54D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78602B-6D90-4EE0-B107-14817A23E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E7ADA-6297-4D62-BFD3-375925AAD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8AC68-4458-4B20-8945-72AD91010CD2}" type="datetimeFigureOut">
              <a:rPr lang="es-AR" smtClean="0"/>
              <a:t>22/11/2025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A2698-6383-491D-993C-81DF52F46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B4065D-25A2-469C-907D-D92C23B85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D96B-131C-4495-B77B-494D043D3FF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895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DCA5CCE-9056-4C91-A154-97EDB9FE4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6EE139A8-DD26-4943-90C2-8C8E6405D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2417" y="2596350"/>
            <a:ext cx="7607166" cy="1665300"/>
          </a:xfrm>
        </p:spPr>
        <p:txBody>
          <a:bodyPr>
            <a:normAutofit fontScale="90000"/>
          </a:bodyPr>
          <a:lstStyle/>
          <a:p>
            <a:r>
              <a:rPr lang="es-MX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PROYECTO SERVIDOR DE CORREO</a:t>
            </a:r>
            <a:endParaRPr lang="es-AR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F5C0E33-A36A-47B4-80AD-79C395E80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754" y="-78111"/>
            <a:ext cx="3686476" cy="200544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A8F9775-3BF3-437C-A495-574182CD8154}"/>
              </a:ext>
            </a:extLst>
          </p:cNvPr>
          <p:cNvSpPr txBox="1"/>
          <p:nvPr/>
        </p:nvSpPr>
        <p:spPr>
          <a:xfrm>
            <a:off x="7687377" y="6179420"/>
            <a:ext cx="4639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i="1" dirty="0">
                <a:solidFill>
                  <a:schemeClr val="bg1"/>
                </a:solidFill>
              </a:rPr>
              <a:t>ESTRUCTURA DE DATOS 2025</a:t>
            </a:r>
            <a:endParaRPr lang="es-AR" sz="2800" b="1" i="1" dirty="0">
              <a:solidFill>
                <a:schemeClr val="bg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D0C81BD-5E89-4291-A89F-9032882FD357}"/>
              </a:ext>
            </a:extLst>
          </p:cNvPr>
          <p:cNvSpPr txBox="1"/>
          <p:nvPr/>
        </p:nvSpPr>
        <p:spPr>
          <a:xfrm>
            <a:off x="5640404" y="294051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FB87DC-65E5-4129-AC5B-EA4F17773B40}"/>
              </a:ext>
            </a:extLst>
          </p:cNvPr>
          <p:cNvSpPr txBox="1"/>
          <p:nvPr/>
        </p:nvSpPr>
        <p:spPr>
          <a:xfrm>
            <a:off x="291967" y="4851134"/>
            <a:ext cx="7395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solidFill>
                  <a:schemeClr val="bg1"/>
                </a:solidFill>
              </a:rPr>
              <a:t>INTEGRANTES: </a:t>
            </a:r>
          </a:p>
          <a:p>
            <a:r>
              <a:rPr lang="es-MX" sz="2000" b="1" i="1" dirty="0">
                <a:solidFill>
                  <a:schemeClr val="bg1"/>
                </a:solidFill>
              </a:rPr>
              <a:t>TOMAS LUNA </a:t>
            </a:r>
          </a:p>
          <a:p>
            <a:r>
              <a:rPr lang="es-MX" sz="2000" b="1" i="1" dirty="0">
                <a:solidFill>
                  <a:schemeClr val="bg1"/>
                </a:solidFill>
              </a:rPr>
              <a:t>HERNAN SANDRONI</a:t>
            </a:r>
          </a:p>
          <a:p>
            <a:r>
              <a:rPr lang="es-MX" sz="2000" b="1" i="1" dirty="0">
                <a:solidFill>
                  <a:schemeClr val="bg1"/>
                </a:solidFill>
              </a:rPr>
              <a:t>MARIANO BERON</a:t>
            </a:r>
            <a:endParaRPr lang="es-AR" sz="20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20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F8999-3609-4516-A768-41AB5A27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9967"/>
            <a:ext cx="10515600" cy="1325563"/>
          </a:xfrm>
        </p:spPr>
        <p:txBody>
          <a:bodyPr/>
          <a:lstStyle/>
          <a:p>
            <a:r>
              <a:rPr lang="es-AR" b="1" i="1" dirty="0">
                <a:latin typeface="Century Gothic" panose="020B0502020202020204" pitchFamily="34" charset="0"/>
              </a:rPr>
              <a:t>Objetivo del Proyecto: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B94767-3013-4AA8-8FE9-4A199A4B6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55530"/>
            <a:ext cx="8633861" cy="4437965"/>
          </a:xfrm>
        </p:spPr>
        <p:txBody>
          <a:bodyPr/>
          <a:lstStyle/>
          <a:p>
            <a:r>
              <a:rPr lang="es-MX" dirty="0"/>
              <a:t>• Implementar un cliente de correo con POO</a:t>
            </a:r>
          </a:p>
          <a:p>
            <a:r>
              <a:rPr lang="es-MX" dirty="0"/>
              <a:t>• Gestionar usuarios, carpetas y mensajes</a:t>
            </a:r>
          </a:p>
          <a:p>
            <a:r>
              <a:rPr lang="es-MX" dirty="0"/>
              <a:t>• Aplicar estructuras de datos vistas en clase</a:t>
            </a:r>
          </a:p>
          <a:p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9E56CB-9D51-4DF7-9114-C6C5E363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5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9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F8999-3609-4516-A768-41AB5A27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9967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i="1" dirty="0">
                <a:latin typeface="Century Gothic" panose="020B0502020202020204" pitchFamily="34" charset="0"/>
              </a:rPr>
              <a:t>CLASES IMPLEMENTADAS: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B94767-3013-4AA8-8FE9-4A199A4B6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55530"/>
            <a:ext cx="8633861" cy="4437965"/>
          </a:xfrm>
        </p:spPr>
        <p:txBody>
          <a:bodyPr/>
          <a:lstStyle/>
          <a:p>
            <a:r>
              <a:rPr lang="es-MX" dirty="0"/>
              <a:t>• Usuario</a:t>
            </a:r>
          </a:p>
          <a:p>
            <a:r>
              <a:rPr lang="es-MX" dirty="0"/>
              <a:t>• Mensaje</a:t>
            </a:r>
          </a:p>
          <a:p>
            <a:r>
              <a:rPr lang="es-MX" dirty="0"/>
              <a:t>• Carpeta (árbol recursivo)</a:t>
            </a:r>
          </a:p>
          <a:p>
            <a:r>
              <a:rPr lang="es-MX" dirty="0"/>
              <a:t>• </a:t>
            </a:r>
            <a:r>
              <a:rPr lang="es-MX" dirty="0" err="1"/>
              <a:t>ServidorCorreo</a:t>
            </a:r>
            <a:endParaRPr lang="es-MX" dirty="0"/>
          </a:p>
          <a:p>
            <a:r>
              <a:rPr lang="es-MX" dirty="0"/>
              <a:t>• Cola de Prioridad para urgentes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9E56CB-9D51-4DF7-9114-C6C5E363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5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874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F8999-3609-4516-A768-41AB5A27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9967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i="1" dirty="0">
                <a:latin typeface="Century Gothic" panose="020B0502020202020204" pitchFamily="34" charset="0"/>
              </a:rPr>
              <a:t>FUNCIONES PRINCIPALES: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B94767-3013-4AA8-8FE9-4A199A4B6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55530"/>
            <a:ext cx="8633861" cy="4437965"/>
          </a:xfrm>
        </p:spPr>
        <p:txBody>
          <a:bodyPr/>
          <a:lstStyle/>
          <a:p>
            <a:r>
              <a:rPr lang="es-MX" dirty="0"/>
              <a:t>• Enviar y recibir mensajes</a:t>
            </a:r>
          </a:p>
          <a:p>
            <a:r>
              <a:rPr lang="es-MX" dirty="0"/>
              <a:t>• Crear y mover carpetas</a:t>
            </a:r>
          </a:p>
          <a:p>
            <a:r>
              <a:rPr lang="es-MX" dirty="0"/>
              <a:t>• Búsqueda recursiva</a:t>
            </a:r>
          </a:p>
          <a:p>
            <a:r>
              <a:rPr lang="es-MX" dirty="0"/>
              <a:t>• Filtros automáticos</a:t>
            </a:r>
          </a:p>
          <a:p>
            <a:r>
              <a:rPr lang="es-MX" dirty="0"/>
              <a:t>• Manejo de urgentes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9E56CB-9D51-4DF7-9114-C6C5E363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5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396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F8999-3609-4516-A768-41AB5A27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9967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i="1" dirty="0">
                <a:latin typeface="Century Gothic" panose="020B0502020202020204" pitchFamily="34" charset="0"/>
              </a:rPr>
              <a:t>ESTRUCTURAS UTILIZADAS: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B94767-3013-4AA8-8FE9-4A199A4B6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55530"/>
            <a:ext cx="8633861" cy="3728150"/>
          </a:xfrm>
        </p:spPr>
        <p:txBody>
          <a:bodyPr>
            <a:normAutofit/>
          </a:bodyPr>
          <a:lstStyle/>
          <a:p>
            <a:r>
              <a:rPr lang="es-MX" dirty="0"/>
              <a:t>• Listas para carpetas y mensajes</a:t>
            </a:r>
          </a:p>
          <a:p>
            <a:r>
              <a:rPr lang="es-MX" dirty="0"/>
              <a:t>• Diccionarios para filtros</a:t>
            </a:r>
          </a:p>
          <a:p>
            <a:r>
              <a:rPr lang="es-MX" dirty="0"/>
              <a:t>• Recursión para subcarpetas</a:t>
            </a:r>
          </a:p>
          <a:p>
            <a:r>
              <a:rPr lang="es-MX" dirty="0"/>
              <a:t>• </a:t>
            </a:r>
            <a:r>
              <a:rPr lang="es-MX" dirty="0" err="1"/>
              <a:t>heapq</a:t>
            </a:r>
            <a:r>
              <a:rPr lang="es-MX" dirty="0"/>
              <a:t> para prioridades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9E56CB-9D51-4DF7-9114-C6C5E363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5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7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F8999-3609-4516-A768-41AB5A27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9967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i="1" dirty="0">
                <a:latin typeface="Century Gothic" panose="020B0502020202020204" pitchFamily="34" charset="0"/>
              </a:rPr>
              <a:t>RESULTADO E IMPRESIÓN FINAL: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9E56CB-9D51-4DF7-9114-C6C5E363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15299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EC23AB7-6467-4CA7-8E57-B392AA266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82" y="2855530"/>
            <a:ext cx="6999172" cy="364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67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113</Words>
  <Application>Microsoft Office PowerPoint</Application>
  <PresentationFormat>Panorámica</PresentationFormat>
  <Paragraphs>28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Century Gothic</vt:lpstr>
      <vt:lpstr>Tema de Office</vt:lpstr>
      <vt:lpstr>PROYECTO SERVIDOR DE CORREO</vt:lpstr>
      <vt:lpstr>Objetivo del Proyecto:</vt:lpstr>
      <vt:lpstr>CLASES IMPLEMENTADAS:</vt:lpstr>
      <vt:lpstr>FUNCIONES PRINCIPALES:</vt:lpstr>
      <vt:lpstr>ESTRUCTURAS UTILIZADAS:</vt:lpstr>
      <vt:lpstr>RESULTADO E IMPRESIÓN FINAL: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SERVIDOR DE CORREO </dc:title>
  <dc:creator>cristian luna</dc:creator>
  <cp:lastModifiedBy>cristian luna</cp:lastModifiedBy>
  <cp:revision>5</cp:revision>
  <dcterms:created xsi:type="dcterms:W3CDTF">2025-11-22T04:05:57Z</dcterms:created>
  <dcterms:modified xsi:type="dcterms:W3CDTF">2025-11-22T05:14:53Z</dcterms:modified>
</cp:coreProperties>
</file>